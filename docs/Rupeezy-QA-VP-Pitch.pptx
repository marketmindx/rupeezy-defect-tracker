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our first QA system in-house and want to wire it to the Strapi board the dev team already uses — the same integration pattern enterprises run between HP ALM and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Context: no testing department until now. The right column is what already exists as of today — a working system, not a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max here — this is the demo's job. Land one point: it is delivered and tested, not vaporware.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analogy the VP already knows: ALM for QA, Jira for devs, connector in between. We are not inventing a pattern — we are applying the standard one to tools we already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bug through: QA logs it, the ticket appears on the board on its own, the developer never leaves the board, QA never chases status. Regression gate means a fix cannot be closed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discipline that makes ALM-Jira integrations survive: each side is master of its own states. Developers never touch QA states; QA never drags board cards. Conflicts cannot happen by construction, and a nightly job flags any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is independently shippable and reversible. Nothing touches production Strapi until dry-run output has been reviewed.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concrete asks. Everything on the left is a direct consequence of the sync — no process change for developers, one new habit for QA: log it once,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FaBug_ic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8229600" y="155448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ASTHATRADE  ·  QA ENGINEERING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6916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Excel to engineering-grade QA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Rupeezy Defect Tracker + our Strapi board — one delivery pipeline, modeled on enterprise ALM–Jira integrations.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Sourav Banerjee  ·  QA &amp; Automation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ship a trading platform without a QA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s/FaFileExce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11" y="1661831"/>
            <a:ext cx="260787" cy="2607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4356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live in Excel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25880" y="1783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ownership, no workflow, no single source of truth.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6791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icons/FaEyeSla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1" y="2832263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606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release visibility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25880" y="295351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health is a standup guess, not a dashboard.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84962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icons/FaHistor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4002695"/>
            <a:ext cx="260787" cy="2607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776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25880" y="412394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changed what, when?” is unanswerable — a bad look under SEBI.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502005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icons/FaUserSla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11" y="5173127"/>
            <a:ext cx="260787" cy="2607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49469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325880" y="529437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and resolution speed per developer are invisible.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589520" y="1371600"/>
            <a:ext cx="4023360" cy="489204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20" name="Text 14"/>
          <p:cNvSpPr/>
          <p:nvPr/>
        </p:nvSpPr>
        <p:spPr>
          <a:xfrm>
            <a:off x="795528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EXISTS TODAY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955280" y="20574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4000" dirty="0"/>
          </a:p>
        </p:txBody>
      </p:sp>
      <p:sp>
        <p:nvSpPr>
          <p:cNvPr id="22" name="Text 16"/>
          <p:cNvSpPr/>
          <p:nvPr/>
        </p:nvSpPr>
        <p:spPr>
          <a:xfrm>
            <a:off x="795528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— all green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955280" y="32278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4000" dirty="0"/>
          </a:p>
        </p:txBody>
      </p:sp>
      <p:sp>
        <p:nvSpPr>
          <p:cNvPr id="24" name="Text 18"/>
          <p:cNvSpPr/>
          <p:nvPr/>
        </p:nvSpPr>
        <p:spPr>
          <a:xfrm>
            <a:off x="7955280" y="38953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phases delivered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955280" y="43982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4000" dirty="0"/>
          </a:p>
        </p:txBody>
      </p:sp>
      <p:sp>
        <p:nvSpPr>
          <p:cNvPr id="26" name="Text 20"/>
          <p:cNvSpPr/>
          <p:nvPr/>
        </p:nvSpPr>
        <p:spPr>
          <a:xfrm>
            <a:off x="7955280" y="50657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cost — built in-house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955280" y="5742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our hardware · PostgreSQL-ready · fully offline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— the Rupeezy Defect Tracker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084832"/>
          </a:xfrm>
          <a:prstGeom prst="roundRect">
            <a:avLst>
              <a:gd name="adj" fmla="val 3947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FaB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622" y="1728582"/>
            <a:ext cx="218724" cy="2187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27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lifecycle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4672" y="2240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11-status workflow with legal moves only, regression gate, screenshot / video / log evidence.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3566160" cy="2084832"/>
          </a:xfrm>
          <a:prstGeom prst="roundRect">
            <a:avLst>
              <a:gd name="adj" fmla="val 3947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60020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FaChartPi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382" y="172858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627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99432" y="2240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charts: bug trend, severity, aging, developer workload, sprint completion.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566160" cy="2084832"/>
          </a:xfrm>
          <a:prstGeom prst="roundRect">
            <a:avLst>
              <a:gd name="adj" fmla="val 3947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66760" y="160020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s/Fa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142" y="1728582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06840" y="1627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 &amp; stories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94192" y="2240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→ Story → Defect tree, sprint rollups and completion metrics.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657600"/>
            <a:ext cx="3566160" cy="2084832"/>
          </a:xfrm>
          <a:prstGeom prst="roundRect">
            <a:avLst>
              <a:gd name="adj" fmla="val 3947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388620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s/FaUser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22" y="4014582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913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profiles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04672" y="4526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critical load, average resolution time, overdue-vs-ETA flags.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43400" y="3657600"/>
            <a:ext cx="3566160" cy="2084832"/>
          </a:xfrm>
          <a:prstGeom prst="roundRect">
            <a:avLst>
              <a:gd name="adj" fmla="val 3947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0" y="388620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icons/FaFileCsv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382" y="4014582"/>
            <a:ext cx="218724" cy="2187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12080" y="3913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599432" y="4526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CSV exports for Google Sheets; sprint and QA-summary PDFs.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38160" y="3657600"/>
            <a:ext cx="3566160" cy="2084832"/>
          </a:xfrm>
          <a:prstGeom prst="roundRect">
            <a:avLst>
              <a:gd name="adj" fmla="val 3947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66760" y="388620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icons/FaShieldAl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5142" y="4014582"/>
            <a:ext cx="218724" cy="2187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06840" y="3913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audit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394192" y="4526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QA / Developer roles; field-level history on every change.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SQLite today · one environment variable to PostgreSQL · no SaaS, no licences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— what ALM ↔ Jira does for enterprise QA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PATTERN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5856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ALM / Quality Center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system of record — tests, defects, evidence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tickets  ↕  field-scoped status sync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70332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81304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board — stories, sprints, dev flow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0" y="141732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IMPLEMENTATION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03720" y="214884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30407E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225856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Rupeezy Defect Tracker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BUG-101 evidence, verification, audit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0372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tickets  ↕  field-scoped status sync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03720" y="370332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30407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381304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Strapi Board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ADVA-N tickets · gauntlet live dashboard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733288" y="30632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0" descr="icons/FaExchange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0798" y="3260750"/>
            <a:ext cx="336499" cy="33649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and engineering each keep their own system of record — the integration keeps them honest.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of a bug — one pipeline, no double entry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554480"/>
            <a:ext cx="2139696" cy="356616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97864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FaB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0935" y="1981871"/>
            <a:ext cx="260787" cy="260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146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Log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2648" y="29718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files BUG-101: steps, expected vs actual, screenshots.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523744" y="3337560"/>
            <a:ext cx="256032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752344" y="1554480"/>
            <a:ext cx="2139696" cy="356616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38728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FaPaperPla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799" y="198187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9504" y="25146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Sync out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53512" y="29718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 ticket auto-created: notes prefilled, assignee by email, current sprint by date.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864608" y="3337560"/>
            <a:ext cx="256032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093208" y="1554480"/>
            <a:ext cx="2139696" cy="356616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79592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s/FaCod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663" y="1981871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30368" y="25146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Develop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294376" y="29718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flow: To Do → In Progress → In Review. PR raised.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205472" y="3337560"/>
            <a:ext cx="256032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7434072" y="1554480"/>
            <a:ext cx="2139696" cy="356616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220456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icons/FaClipboard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527" y="1981871"/>
            <a:ext cx="260787" cy="2607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71232" y="25146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Verify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635240" y="29718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flips to Ready for QA; regression gate blocks early close.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546336" y="3337560"/>
            <a:ext cx="256032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9774936" y="1554480"/>
            <a:ext cx="2139696" cy="356616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561320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4" descr="icons/Fa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4391" y="1981871"/>
            <a:ext cx="260787" cy="26078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912096" y="251460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Close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9976104" y="297180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 both sides; every sync write lands in board-events.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548640" y="5532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automated write is audited on both systems — actor_source: “defect-tracker” in board-events, field-level history in the tracker.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Field-scoped sync — nobody fights over a status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77240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822960"/>
                <a:gridCol w="3520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 Tracker — QA owns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Strapi board — dev owns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— new defect logged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 (ticket auto-created)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5A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“dev in progress”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for QA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Review — PR raised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/ Closed — regression passed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Retest — fix bounced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to In Progress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· Duplicate · Deferred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Done, with resolution 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77824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8778240" y="1874520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/>
        </p:spPr>
      </p:sp>
      <p:sp>
        <p:nvSpPr>
          <p:cNvPr id="6" name="Text 3"/>
          <p:cNvSpPr/>
          <p:nvPr/>
        </p:nvSpPr>
        <p:spPr>
          <a:xfrm>
            <a:off x="9006840" y="1874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links both ways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778240" y="2532888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/>
        </p:spPr>
      </p:sp>
      <p:sp>
        <p:nvSpPr>
          <p:cNvPr id="8" name="Text 5"/>
          <p:cNvSpPr/>
          <p:nvPr/>
        </p:nvSpPr>
        <p:spPr>
          <a:xfrm>
            <a:off x="9006840" y="253288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matched by email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778240" y="3191256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/>
        </p:spPr>
      </p:sp>
      <p:sp>
        <p:nvSpPr>
          <p:cNvPr id="10" name="Text 7"/>
          <p:cNvSpPr/>
          <p:nvPr/>
        </p:nvSpPr>
        <p:spPr>
          <a:xfrm>
            <a:off x="9006840" y="31912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by date window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778240" y="3849624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/>
        </p:spPr>
      </p:sp>
      <p:sp>
        <p:nvSpPr>
          <p:cNvPr id="12" name="Text 9"/>
          <p:cNvSpPr/>
          <p:nvPr/>
        </p:nvSpPr>
        <p:spPr>
          <a:xfrm>
            <a:off x="9006840" y="38496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reconciliation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78240" y="4507992"/>
            <a:ext cx="2834640" cy="475488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/>
        </p:spPr>
      </p:sp>
      <p:sp>
        <p:nvSpPr>
          <p:cNvPr id="14" name="Text 11"/>
          <p:cNvSpPr/>
          <p:nvPr/>
        </p:nvSpPr>
        <p:spPr>
          <a:xfrm>
            <a:off x="9006840" y="45079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mode first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— three contained stages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sync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697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→ ADVA ticket creation; tracker pushes status to the board.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entry ends on day 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Read-back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08" y="2697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board status shown live on each defect page.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36008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stops asking “any update?”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&amp; enrich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2697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drift check; comment and attachment links.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30768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pPr indent="0" marL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 parity, hands-free.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10588"/>
            </a:avLst>
          </a:prstGeom>
          <a:solidFill>
            <a:srgbClr val="EAF0F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changes to Strapi — same REST API and token model we already use  ·  Stage 1 rides on the tracker’s planned automation API (Phase 9)  ·  Pilot runs dry-run against dev Strapi first.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— and the ask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icons/FaLin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51" y="1753271"/>
            <a:ext cx="260787" cy="2607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270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traceability chain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8745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→ ADVA → PR → release, with no gaps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icons/FaShieldAl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51" y="2832263"/>
            <a:ext cx="260787" cy="260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Regulator-friendly audit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17320" y="295351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history on both systems, automatically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758184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icons/FaTachometerAl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51" y="3911255"/>
            <a:ext cx="260787" cy="2607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6850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delivery health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403250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gauntlet + tracker dashboards read the same truth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837176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3" descr="icons/FaUserClo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51" y="4990247"/>
            <a:ext cx="260787" cy="2607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76402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double entry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17320" y="511149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and developers each stay in their own tool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498080" y="1508760"/>
            <a:ext cx="4069080" cy="4160520"/>
          </a:xfrm>
          <a:prstGeom prst="roundRect">
            <a:avLst>
              <a:gd name="adj" fmla="val 2697"/>
            </a:avLst>
          </a:prstGeom>
          <a:solidFill>
            <a:srgbClr val="CADCFC"/>
          </a:solidFill>
          <a:ln/>
        </p:spPr>
      </p:sp>
      <p:sp>
        <p:nvSpPr>
          <p:cNvPr id="20" name="Text 14"/>
          <p:cNvSpPr/>
          <p:nvPr/>
        </p:nvSpPr>
        <p:spPr>
          <a:xfrm>
            <a:off x="786384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863840" y="22860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walkthrough of the live tracker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863840" y="31546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Stage 1 pilot — dry-run on dev Strapi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863840" y="40233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one squad’s sprint for the pilot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863840" y="5029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9–10 of the tracker resume on your green light.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Sourav Banerjee  ·  QA &amp; Automation  ·  Asthatrade (Rupeezy)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2026-07-20T15:06:50Z</dcterms:created>
  <dcterms:modified xsi:type="dcterms:W3CDTF">2026-07-20T15:06:50Z</dcterms:modified>
</cp:coreProperties>
</file>